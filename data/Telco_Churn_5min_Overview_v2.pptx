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Churn Retention Targeting — 5-minute Overview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→ training → evaluation → weighted model selection → Streamlit deployment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00784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delivers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109728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churn probability score per customer (0 to 1)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ranked targeting list (Top 10% or Top 20%) with an optional probability threshold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Operational export (CSV): CustomerID, churn_probability, Action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Metrics that prove value: Baseline, Precision@k, Recall@k, Lift@k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5577840"/>
            <a:ext cx="10972800" cy="777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7150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business meaning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6035040"/>
            <a:ext cx="10515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spend retention effort on the customers most likely to leave, instead of guessing.”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| Audience: mixed | Version v2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Feature engineering: clean, consistent, non-leaky inputs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features that reflect what we know BEFORE churn happens (no ‘answer sheet’).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00784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and leakage controls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6675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 missing values (e.g., TotalCharges NaNs) so training and evaluation are valid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Kept label (Churn_Yes) out of model inputs to prevent leakage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One-hot encoding for categories (Contract_*, PaymentMethod_*, InternetService_*, etc.)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Engineered features: charges_ratio, HighSpender, HighChurnRisk (must be train-fitted if threshold-based)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80960" y="2240280"/>
            <a:ext cx="411480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956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(kid-simple)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09560" y="269748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is like peeking at the answer during an exam. It looks great in testing, but fails in real life.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80960" y="4343400"/>
            <a:ext cx="4114800" cy="12344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 (important)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0" y="4800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feature uses a threshold (like top 25% charges), learn that threshold on TRAIN only, then apply to test and production.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1/5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Model training: multiple candidates, same split, same schema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rank churners above non-churners—especially at the top of the list.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00784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trained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Logistic Regression (interpretable baseline)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Logistic Regression (class_weight=balanced)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 + Random Forest (balanced)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HistGradientBoosting (non-linear model, often strong for top-k ranking)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4754880"/>
            <a:ext cx="110642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855464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 (simple)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3492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Stratified holdout split (keeps churn/non-churn proportion consistent)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processed dataset and same feature contract across models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Saved artifacts for deployment (joblib)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2/5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Model evaluation: Lift@k is the targeting KPI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Lift@k answers: “Is Top 10% / Top 20% targeting better than random selection?”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00784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(kid-simple but correct)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66751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Baseline churn rate: average churn in the evaluation set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Precision@k: churn rate inside the Top k% targeted list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Lift@k = Precision@k ÷ Baseline (how many times better than random)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Recall@k: % of all churners captured in the Top k% list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80960" y="2240280"/>
            <a:ext cx="411480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956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09560" y="269748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baseline = 0.265 and Precision@10% = 0.773,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Lift@10% = 0.773 / 0.265 ≈ 2.91×.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Meaning: Top 10% is ~3× more churn-heavy than average.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80960" y="4343400"/>
            <a:ext cx="4114800" cy="17373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curve behavior (expected)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0" y="4800600"/>
            <a:ext cx="3657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is highest at very small k (top 1–5%) and decreases as we target more customers.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normal because we include more lower-risk customers as k grows.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3/5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Weighted model scoring: why min–max normalization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one score that reflects business priorities across multiple metrics.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00784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metrics are on different numeric scales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6675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Lift@10% and Lift@20% are multipliers (~2–3× here)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PR-AUC is between 0 and 1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we add raw numbers, one metric can dominate unfairly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4251960"/>
            <a:ext cx="110642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352544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normalize each metric to 0–1 and apply weights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5669280" cy="1051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50292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Min–max normalization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53492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norm(x) = (x − min) / (max − min)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worst model on that metric, 1 = best model on that metric.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0" y="4892040"/>
            <a:ext cx="4937760" cy="10515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50292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86600" y="53492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0.60·norm(Lift@10%) + 0.30·norm(Lift@20%) + 0.10·norm(PR-AUC)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6080760"/>
            <a:ext cx="2377440" cy="198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Lift@10% (60%)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83280" y="6190488"/>
            <a:ext cx="8229600" cy="-2133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6190488"/>
            <a:ext cx="4937760" cy="-2133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278880"/>
            <a:ext cx="2377440" cy="198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Lift@20% (30%)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83280" y="6388608"/>
            <a:ext cx="8229600" cy="-2133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0" y="6388608"/>
            <a:ext cx="2468880" cy="-2133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477000"/>
            <a:ext cx="2377440" cy="198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(10%)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83280" y="6586728"/>
            <a:ext cx="8229600" cy="-21336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0" y="6586728"/>
            <a:ext cx="822960" cy="-2133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4/5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Deployment: Streamlit app + controlled retention pilot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convert scores into actions safely, then prove business impact.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5029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00784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Streamlit app does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66751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Loads processed dataset (or uploaded file) + loads saved model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Scores churn probability per customer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Builds Top 10% / Top 20% list + optional probability threshold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Exports CSV for operations: CustomerID, churn_probability, Action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Baseline, Precision@k, Recall@k, Lift@k (label fixed to Churn_Yes)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680960" y="2240280"/>
            <a:ext cx="4114800" cy="228600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09560" y="2377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pilot (simple)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09560" y="269748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the targeted list, randomly split customers into: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Treatment: receives the retention action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Control: receives no action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churn + ROI to prove incremental value.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80960" y="4663440"/>
            <a:ext cx="4114800" cy="10972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909560" y="5120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metrics show “the list is good.”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shows “the list makes money.”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5/5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Appendix: Champion + Challenger decision (single visual)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uses weighted score with min–max normalization.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669280" cy="192024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659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(Production default)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52120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(balanced)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best overall weighted score (strong Lift@20% + strong PR-AUC + high Lift@10%).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all-round choice for Top 10% and Top 20% targeting.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5669280" cy="150876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02336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Challenger (Pilot comparison)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43434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best Lift@10% (“Top 10% sniper”).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head-to-head vs Champion in pilot for incremental ROI.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0" y="1828800"/>
            <a:ext cx="4937760" cy="35661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20116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 formula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2514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norm(x) = (x − min) / (max − min)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0" y="306324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0.60·norm(Lift@10%) + 0.30·norm(Lift@20%) + 0.10·norm(PR-AUC)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32320" y="416052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(kid-simple):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convert each metric to a fair 0–1 grade, then add them using the business weights.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537960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(still within the 5-minute deck)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Bilikisu</dc:creator>
  <cp:lastModifiedBy>Bilikisu</cp:lastModifiedBy>
  <cp:revision>1</cp:revision>
  <dcterms:created xsi:type="dcterms:W3CDTF">2026-01-14T12:30:24Z</dcterms:created>
  <dcterms:modified xsi:type="dcterms:W3CDTF">2026-01-14T12:30:24Z</dcterms:modified>
</cp:coreProperties>
</file>